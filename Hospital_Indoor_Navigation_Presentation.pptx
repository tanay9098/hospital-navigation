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Indoor Navigation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Project Presentation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Team Members:</a:t>
            </a:r>
          </a:p>
          <a:p>
            <a:pPr>
              <a:defRPr sz="2000"/>
            </a:pPr>
            <a:r>
              <a:t>Niteesh, Tanay, Chandan, Basavaraj, Shwetha, Arnab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 Statement: Patients and visitors struggle to navigate complex hospital environments; GPS fails indoors.</a:t>
            </a:r>
          </a:p>
          <a:p>
            <a:pPr/>
            <a:r>
              <a:t>Objectives: Create an offline, accurate indoor navigation app providing turn-by-turn routing across floors.</a:t>
            </a:r>
          </a:p>
          <a:p>
            <a:pPr/>
            <a:r>
              <a:t>Proposed Solution: A Flutter-based mobile app utilizing custom SVG maps, A* pathfinding, and multi-lingual voice guidance.</a:t>
            </a:r>
          </a:p>
          <a:p>
            <a:pPr/>
            <a:r>
              <a:t>Expected Outcomes: Improved patient experience, reduced staff interruptions, and reliable indoor localization without internet dependency.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&amp; Motivation:</a:t>
            </a:r>
          </a:p>
          <a:p>
            <a:pPr lvl="1"/>
            <a:r>
              <a:t>Large hospitals often feel like mazes.</a:t>
            </a:r>
          </a:p>
          <a:p>
            <a:pPr lvl="1"/>
            <a:r>
              <a:t>Existing outdoor maps (e.g., Google Maps) are ineffective indoors.</a:t>
            </a:r>
          </a:p>
          <a:p>
            <a:pPr/>
            <a:r>
              <a:t>Problem Addressed:</a:t>
            </a:r>
          </a:p>
          <a:p>
            <a:pPr lvl="1"/>
            <a:r>
              <a:t>Lack of reliable indoor mapping and turn-by-turn routing for pedestrians.</a:t>
            </a:r>
          </a:p>
          <a:p>
            <a:pPr/>
            <a:r>
              <a:t>Significance &amp; Purpose:</a:t>
            </a:r>
          </a:p>
          <a:p>
            <a:pPr lvl="1"/>
            <a:r>
              <a:t>Enhances accessibility for all demographics.</a:t>
            </a:r>
          </a:p>
          <a:p>
            <a:pPr lvl="1"/>
            <a:r>
              <a:t>Saves valuable time during critical medical visits.</a:t>
            </a:r>
          </a:p>
          <a:p>
            <a:pPr lvl="1"/>
            <a:r>
              <a:t>Provides an extensible platform for future hospital management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Flutter (v3.16.0): Mobile UI Framework for cross-platform apps.</a:t>
            </a:r>
          </a:p>
          <a:p>
            <a:pPr/>
            <a:r>
              <a:t>Dart (v3.2.0): Core programming language for business logic.</a:t>
            </a:r>
          </a:p>
          <a:p>
            <a:pPr/>
            <a:r>
              <a:t>flutter_svg (v2.0.9): For rendering high-quality vector hospital blueprints.</a:t>
            </a:r>
          </a:p>
          <a:p>
            <a:pPr/>
            <a:r>
              <a:t>flutter_tts (v3.8.3): Enables offline multilingual voice navigation.</a:t>
            </a:r>
          </a:p>
          <a:p>
            <a:pPr/>
            <a:r>
              <a:t>Custom Graph Plotter: Internal tool used for mapping Nodes/Edges onto SVGs.</a:t>
            </a:r>
          </a:p>
          <a:p>
            <a:pPr/>
            <a:r>
              <a:t>Git &amp; GitHub: Version control and collaboration.</a:t>
            </a:r>
          </a:p>
          <a:p>
            <a:pPr/>
            <a:r>
              <a:t>Visual Studio Code: Integrated Development Environment (IDE).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Map Digitization: Converting blueprints to SVG and plotting the mathematical graph.</a:t>
            </a:r>
          </a:p>
          <a:p>
            <a:pPr/>
            <a:r>
              <a:t>2. Input Selection: User selects Source and Destination nodes manually or via search.</a:t>
            </a:r>
          </a:p>
          <a:p>
            <a:pPr/>
            <a:r>
              <a:t>3. Path Computation: A* Algorithm computes the shortest path.</a:t>
            </a:r>
          </a:p>
          <a:p>
            <a:pPr lvl="1"/>
            <a:r>
              <a:t>Handles 3D space (multi-floor transitions via virtual edges).</a:t>
            </a:r>
          </a:p>
          <a:p>
            <a:pPr/>
            <a:r>
              <a:t>4. Instruction Generation: Path geometry is analyzed to generate text/audio directions.</a:t>
            </a:r>
          </a:p>
          <a:p>
            <a:pPr/>
            <a:r>
              <a:t>5. Visual Overlay: The computed path is mapped back onto SVG coordinates.</a:t>
            </a:r>
          </a:p>
          <a:p>
            <a:pPr/>
            <a:r>
              <a:t>6. UI Update: The screen updates dynamically as the user progresses.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Manual Source &amp; Destination Selection: Interactive search and selection.</a:t>
            </a:r>
          </a:p>
          <a:p>
            <a:pPr/>
            <a:r>
              <a:t>Shortest Path Computation: Utilizes the A* algorithm with Euclidean heuristics.</a:t>
            </a:r>
          </a:p>
          <a:p>
            <a:pPr/>
            <a:r>
              <a:t>Multi-Floor Navigation: Seamless routing through stairs and elevators.</a:t>
            </a:r>
          </a:p>
          <a:p>
            <a:pPr/>
            <a:r>
              <a:t>Visual Route Display: High-fidelity path drawing over interactive SVG maps.</a:t>
            </a:r>
          </a:p>
          <a:p>
            <a:pPr/>
            <a:r>
              <a:t>Step-by-Step Instructions: Textual turn-by-turn guidance based on path geometry.</a:t>
            </a:r>
          </a:p>
          <a:p>
            <a:pPr/>
            <a:r>
              <a:t>Complete Offline Operation: All maps and routing algorithms bundled locally.</a:t>
            </a:r>
          </a:p>
          <a:p>
            <a:pPr/>
            <a:r>
              <a:t>Multilingual Support: Text and Voice (English, Hindi, Kannada, Tamil, Telugu).</a:t>
            </a:r>
          </a:p>
          <a:p>
            <a:pPr/>
            <a:r>
              <a:t>Permission-Based Floor Switching: Manual acknowledgment during floor transitions.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Ground Validation:</a:t>
            </a:r>
          </a:p>
          <a:p>
            <a:pPr lvl="1"/>
            <a:r>
              <a:t>Physical hospital visits to ensure digital graph matches reality.</a:t>
            </a:r>
          </a:p>
          <a:p>
            <a:pPr lvl="1"/>
            <a:r>
              <a:t>Blueprint correction and calibration of map coordinates.</a:t>
            </a:r>
          </a:p>
          <a:p>
            <a:pPr/>
            <a:r>
              <a:t>Algorithm Design:</a:t>
            </a:r>
          </a:p>
          <a:p>
            <a:pPr lvl="1"/>
            <a:r>
              <a:t>A* search using Euclidean distance for optimal offline performance.</a:t>
            </a:r>
          </a:p>
          <a:p>
            <a:pPr/>
            <a:r>
              <a:t>Natural Language Generation (NLG):</a:t>
            </a:r>
          </a:p>
          <a:p>
            <a:pPr lvl="1"/>
            <a:r>
              <a:t>Translating vector edge angles into 'left', 'right', and 'straight' instructions.</a:t>
            </a:r>
          </a:p>
          <a:p>
            <a:pPr/>
            <a:r>
              <a:t>Localization Integration:</a:t>
            </a:r>
          </a:p>
          <a:p>
            <a:pPr lvl="1"/>
            <a:r>
              <a:t>Mapping UI strings and navigation cues across 5 languages.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Challenge: Accurate scaling and calibration of floor blueprints.</a:t>
            </a:r>
          </a:p>
          <a:p>
            <a:pPr lvl="1"/>
            <a:r>
              <a:t>Solution: Developed a custom internal plotting tool and conducted extensive physical testing.</a:t>
            </a:r>
          </a:p>
          <a:p>
            <a:pPr/>
            <a:r>
              <a:t>Challenge: Providing indoor positioning without GPS or internet.</a:t>
            </a:r>
          </a:p>
          <a:p>
            <a:pPr lvl="1"/>
            <a:r>
              <a:t>Solution: Engineered a 100% offline architecture with all assets bundled into the app.</a:t>
            </a:r>
          </a:p>
          <a:p>
            <a:pPr/>
            <a:r>
              <a:t>Challenge: Handling multi-floor navigation seamlessly.</a:t>
            </a:r>
          </a:p>
          <a:p>
            <a:pPr lvl="1"/>
            <a:r>
              <a:t>Solution: Introduced virtual vertical edges and manual floor switch confirmation prompts to maintain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Pedestrian Dead Reckoning (PDR): Track user movement using smartphone sensors (accelerometer/gyro) for automatic location updates.</a:t>
            </a:r>
          </a:p>
          <a:p>
            <a:pPr/>
            <a:r>
              <a:t>Bluetooth Beacon Integration: Deploy hardware for high-accuracy, pinpoint indoor positioning and automatic rerouting.</a:t>
            </a:r>
          </a:p>
          <a:p>
            <a:pPr/>
            <a:r>
              <a:t>Wheelchair-Accessible Routes: Add edge weights to optimize paths avoiding stairs and prioritizing elevators.</a:t>
            </a:r>
          </a:p>
          <a:p>
            <a:pPr/>
            <a:r>
              <a:t>Emergency Evacuation Routing: Dynamic routing to guide users to the nearest exit during emergencies.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Project Outcomes:</a:t>
            </a:r>
          </a:p>
          <a:p>
            <a:pPr lvl="1"/>
            <a:r>
              <a:t>Successfully delivered a functional, accurate, and fully offline indoor navigation prototype.</a:t>
            </a:r>
          </a:p>
          <a:p>
            <a:pPr/>
            <a:r>
              <a:t>Impact:</a:t>
            </a:r>
          </a:p>
          <a:p>
            <a:pPr lvl="1"/>
            <a:r>
              <a:t>Solves a critical, real-world problem for hospital visitors and reduces staff burden.</a:t>
            </a:r>
          </a:p>
          <a:p>
            <a:pPr/>
            <a:r>
              <a:t>Key Achievements:</a:t>
            </a:r>
          </a:p>
          <a:p>
            <a:pPr lvl="1"/>
            <a:r>
              <a:t>Implementation of a complex 3D A* graph.</a:t>
            </a:r>
          </a:p>
          <a:p>
            <a:pPr lvl="1"/>
            <a:r>
              <a:t>Seamless multilingual voice guidance without API dependencies.</a:t>
            </a:r>
          </a:p>
          <a:p>
            <a:pPr lvl="1"/>
            <a:r>
              <a:t>High-fidelity visual mapping using SVGs.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